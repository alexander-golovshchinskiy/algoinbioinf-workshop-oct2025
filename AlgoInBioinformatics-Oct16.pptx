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4" r:id="rId3"/>
    <p:sldId id="263" r:id="rId4"/>
    <p:sldId id="258" r:id="rId5"/>
    <p:sldId id="257" r:id="rId6"/>
    <p:sldId id="260" r:id="rId7"/>
    <p:sldId id="259" r:id="rId8"/>
    <p:sldId id="261" r:id="rId9"/>
    <p:sldId id="265" r:id="rId10"/>
    <p:sldId id="266" r:id="rId11"/>
    <p:sldId id="267" r:id="rId12"/>
    <p:sldId id="262" r:id="rId13"/>
  </p:sldIdLst>
  <p:sldSz cx="12192000" cy="6858000"/>
  <p:notesSz cx="6858000" cy="9144000"/>
  <p:custDataLst>
    <p:tags r:id="rId15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DE948-3797-F34F-9F11-30EDCF85B14F}" v="31" dt="2025-10-16T15:40:29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74"/>
    <p:restoredTop sz="94689"/>
  </p:normalViewPr>
  <p:slideViewPr>
    <p:cSldViewPr snapToGrid="0">
      <p:cViewPr varScale="1">
        <p:scale>
          <a:sx n="93" d="100"/>
          <a:sy n="93" d="100"/>
        </p:scale>
        <p:origin x="2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lovshchinskii, Alexander" userId="f11c3e37-6509-468e-aa4f-36e5e6925809" providerId="ADAL" clId="{26EDE948-3797-F34F-9F11-30EDCF85B14F}"/>
    <pc:docChg chg="undo custSel addSld modSld sldOrd replTag">
      <pc:chgData name="Golovshchinskii, Alexander" userId="f11c3e37-6509-468e-aa4f-36e5e6925809" providerId="ADAL" clId="{26EDE948-3797-F34F-9F11-30EDCF85B14F}" dt="2025-10-16T15:40:33.488" v="2591" actId="26606"/>
      <pc:docMkLst>
        <pc:docMk/>
      </pc:docMkLst>
      <pc:sldChg chg="addSp delSp mod">
        <pc:chgData name="Golovshchinskii, Alexander" userId="f11c3e37-6509-468e-aa4f-36e5e6925809" providerId="ADAL" clId="{26EDE948-3797-F34F-9F11-30EDCF85B14F}" dt="2025-10-15T14:24:08.209" v="179" actId="478"/>
        <pc:sldMkLst>
          <pc:docMk/>
          <pc:sldMk cId="109857222" sldId="256"/>
        </pc:sldMkLst>
        <pc:graphicFrameChg chg="add del">
          <ac:chgData name="Golovshchinskii, Alexander" userId="f11c3e37-6509-468e-aa4f-36e5e6925809" providerId="ADAL" clId="{26EDE948-3797-F34F-9F11-30EDCF85B14F}" dt="2025-10-15T14:24:08.209" v="179" actId="478"/>
          <ac:graphicFrameMkLst>
            <pc:docMk/>
            <pc:sldMk cId="109857222" sldId="256"/>
            <ac:graphicFrameMk id="3" creationId="{9897F5B3-55BB-6B5B-1336-8BD10AF6D474}"/>
          </ac:graphicFrameMkLst>
        </pc:graphicFrameChg>
      </pc:sldChg>
      <pc:sldChg chg="modSp mod">
        <pc:chgData name="Golovshchinskii, Alexander" userId="f11c3e37-6509-468e-aa4f-36e5e6925809" providerId="ADAL" clId="{26EDE948-3797-F34F-9F11-30EDCF85B14F}" dt="2025-10-16T10:04:13.154" v="527" actId="20577"/>
        <pc:sldMkLst>
          <pc:docMk/>
          <pc:sldMk cId="3547483322" sldId="257"/>
        </pc:sldMkLst>
        <pc:spChg chg="mod">
          <ac:chgData name="Golovshchinskii, Alexander" userId="f11c3e37-6509-468e-aa4f-36e5e6925809" providerId="ADAL" clId="{26EDE948-3797-F34F-9F11-30EDCF85B14F}" dt="2025-10-16T10:04:13.154" v="527" actId="20577"/>
          <ac:spMkLst>
            <pc:docMk/>
            <pc:sldMk cId="3547483322" sldId="257"/>
            <ac:spMk id="2" creationId="{FBAA802B-2063-C2DD-951D-DA0391A1DBF7}"/>
          </ac:spMkLst>
        </pc:spChg>
      </pc:sldChg>
      <pc:sldChg chg="modSp mod">
        <pc:chgData name="Golovshchinskii, Alexander" userId="f11c3e37-6509-468e-aa4f-36e5e6925809" providerId="ADAL" clId="{26EDE948-3797-F34F-9F11-30EDCF85B14F}" dt="2025-10-16T10:03:51.915" v="498"/>
        <pc:sldMkLst>
          <pc:docMk/>
          <pc:sldMk cId="188223219" sldId="258"/>
        </pc:sldMkLst>
        <pc:spChg chg="mod">
          <ac:chgData name="Golovshchinskii, Alexander" userId="f11c3e37-6509-468e-aa4f-36e5e6925809" providerId="ADAL" clId="{26EDE948-3797-F34F-9F11-30EDCF85B14F}" dt="2025-10-16T10:03:51.915" v="498"/>
          <ac:spMkLst>
            <pc:docMk/>
            <pc:sldMk cId="188223219" sldId="258"/>
            <ac:spMk id="2" creationId="{23FD7907-ABED-F269-4859-256C64C0966A}"/>
          </ac:spMkLst>
        </pc:spChg>
      </pc:sldChg>
      <pc:sldChg chg="modSp mod">
        <pc:chgData name="Golovshchinskii, Alexander" userId="f11c3e37-6509-468e-aa4f-36e5e6925809" providerId="ADAL" clId="{26EDE948-3797-F34F-9F11-30EDCF85B14F}" dt="2025-10-15T13:26:42.346" v="177" actId="1076"/>
        <pc:sldMkLst>
          <pc:docMk/>
          <pc:sldMk cId="1358350291" sldId="259"/>
        </pc:sldMkLst>
        <pc:spChg chg="mod">
          <ac:chgData name="Golovshchinskii, Alexander" userId="f11c3e37-6509-468e-aa4f-36e5e6925809" providerId="ADAL" clId="{26EDE948-3797-F34F-9F11-30EDCF85B14F}" dt="2025-10-15T13:26:42.346" v="177" actId="1076"/>
          <ac:spMkLst>
            <pc:docMk/>
            <pc:sldMk cId="1358350291" sldId="259"/>
            <ac:spMk id="2" creationId="{AA7C949D-1DE8-CDB7-5869-8D92F7B52532}"/>
          </ac:spMkLst>
        </pc:spChg>
      </pc:sldChg>
      <pc:sldChg chg="addSp delSp modSp mod">
        <pc:chgData name="Golovshchinskii, Alexander" userId="f11c3e37-6509-468e-aa4f-36e5e6925809" providerId="ADAL" clId="{26EDE948-3797-F34F-9F11-30EDCF85B14F}" dt="2025-10-16T12:57:37.162" v="1560" actId="113"/>
        <pc:sldMkLst>
          <pc:docMk/>
          <pc:sldMk cId="3693555480" sldId="261"/>
        </pc:sldMkLst>
        <pc:spChg chg="mod">
          <ac:chgData name="Golovshchinskii, Alexander" userId="f11c3e37-6509-468e-aa4f-36e5e6925809" providerId="ADAL" clId="{26EDE948-3797-F34F-9F11-30EDCF85B14F}" dt="2025-10-16T12:57:37.162" v="1560" actId="113"/>
          <ac:spMkLst>
            <pc:docMk/>
            <pc:sldMk cId="3693555480" sldId="261"/>
            <ac:spMk id="3" creationId="{8FA6400A-7DC2-BC52-6724-5C14EEF49D7A}"/>
          </ac:spMkLst>
        </pc:spChg>
        <pc:spChg chg="add mod">
          <ac:chgData name="Golovshchinskii, Alexander" userId="f11c3e37-6509-468e-aa4f-36e5e6925809" providerId="ADAL" clId="{26EDE948-3797-F34F-9F11-30EDCF85B14F}" dt="2025-10-16T12:56:53.022" v="1543" actId="1076"/>
          <ac:spMkLst>
            <pc:docMk/>
            <pc:sldMk cId="3693555480" sldId="261"/>
            <ac:spMk id="15" creationId="{54B36D53-6251-C15C-AC10-5614CE5A7F01}"/>
          </ac:spMkLst>
        </pc:spChg>
        <pc:spChg chg="add mod">
          <ac:chgData name="Golovshchinskii, Alexander" userId="f11c3e37-6509-468e-aa4f-36e5e6925809" providerId="ADAL" clId="{26EDE948-3797-F34F-9F11-30EDCF85B14F}" dt="2025-10-16T12:57:08.034" v="1557" actId="1076"/>
          <ac:spMkLst>
            <pc:docMk/>
            <pc:sldMk cId="3693555480" sldId="261"/>
            <ac:spMk id="16" creationId="{E6E119A3-6861-2B01-F3C6-B016D2F5854C}"/>
          </ac:spMkLst>
        </pc:spChg>
        <pc:picChg chg="add mod">
          <ac:chgData name="Golovshchinskii, Alexander" userId="f11c3e37-6509-468e-aa4f-36e5e6925809" providerId="ADAL" clId="{26EDE948-3797-F34F-9F11-30EDCF85B14F}" dt="2025-10-16T10:45:10.653" v="1223"/>
          <ac:picMkLst>
            <pc:docMk/>
            <pc:sldMk cId="3693555480" sldId="261"/>
            <ac:picMk id="4" creationId="{9D56ACDF-D344-1D03-A5A9-12B517E5D4B5}"/>
          </ac:picMkLst>
        </pc:picChg>
        <pc:cxnChg chg="add mod">
          <ac:chgData name="Golovshchinskii, Alexander" userId="f11c3e37-6509-468e-aa4f-36e5e6925809" providerId="ADAL" clId="{26EDE948-3797-F34F-9F11-30EDCF85B14F}" dt="2025-10-16T12:56:12.338" v="1523" actId="14100"/>
          <ac:cxnSpMkLst>
            <pc:docMk/>
            <pc:sldMk cId="3693555480" sldId="261"/>
            <ac:cxnSpMk id="7" creationId="{E14700F6-9FD2-9024-2570-002C3382EA2B}"/>
          </ac:cxnSpMkLst>
        </pc:cxnChg>
        <pc:cxnChg chg="add del mod">
          <ac:chgData name="Golovshchinskii, Alexander" userId="f11c3e37-6509-468e-aa4f-36e5e6925809" providerId="ADAL" clId="{26EDE948-3797-F34F-9F11-30EDCF85B14F}" dt="2025-10-16T12:56:17.931" v="1526" actId="478"/>
          <ac:cxnSpMkLst>
            <pc:docMk/>
            <pc:sldMk cId="3693555480" sldId="261"/>
            <ac:cxnSpMk id="9" creationId="{E834229C-1C3C-D959-01B2-CCE4918C0A1E}"/>
          </ac:cxnSpMkLst>
        </pc:cxnChg>
        <pc:cxnChg chg="add mod">
          <ac:chgData name="Golovshchinskii, Alexander" userId="f11c3e37-6509-468e-aa4f-36e5e6925809" providerId="ADAL" clId="{26EDE948-3797-F34F-9F11-30EDCF85B14F}" dt="2025-10-16T12:57:20.885" v="1559" actId="14100"/>
          <ac:cxnSpMkLst>
            <pc:docMk/>
            <pc:sldMk cId="3693555480" sldId="261"/>
            <ac:cxnSpMk id="14" creationId="{CDD6E0EB-CD96-3170-A306-EC52861D52F1}"/>
          </ac:cxnSpMkLst>
        </pc:cxnChg>
      </pc:sldChg>
      <pc:sldChg chg="addSp modSp mod setBg">
        <pc:chgData name="Golovshchinskii, Alexander" userId="f11c3e37-6509-468e-aa4f-36e5e6925809" providerId="ADAL" clId="{26EDE948-3797-F34F-9F11-30EDCF85B14F}" dt="2025-10-16T10:45:11.259" v="1224"/>
        <pc:sldMkLst>
          <pc:docMk/>
          <pc:sldMk cId="2939826727" sldId="262"/>
        </pc:sldMkLst>
        <pc:spChg chg="mod">
          <ac:chgData name="Golovshchinskii, Alexander" userId="f11c3e37-6509-468e-aa4f-36e5e6925809" providerId="ADAL" clId="{26EDE948-3797-F34F-9F11-30EDCF85B14F}" dt="2025-10-15T13:22:25.842" v="5" actId="26606"/>
          <ac:spMkLst>
            <pc:docMk/>
            <pc:sldMk cId="2939826727" sldId="262"/>
            <ac:spMk id="2" creationId="{477D69F3-020B-B348-F446-9EEB6BC35DA6}"/>
          </ac:spMkLst>
        </pc:spChg>
        <pc:spChg chg="mod">
          <ac:chgData name="Golovshchinskii, Alexander" userId="f11c3e37-6509-468e-aa4f-36e5e6925809" providerId="ADAL" clId="{26EDE948-3797-F34F-9F11-30EDCF85B14F}" dt="2025-10-15T15:42:46.350" v="289" actId="20577"/>
          <ac:spMkLst>
            <pc:docMk/>
            <pc:sldMk cId="2939826727" sldId="262"/>
            <ac:spMk id="3" creationId="{1709A137-1413-136E-4B52-D9A752A9E5FE}"/>
          </ac:spMkLst>
        </pc:spChg>
        <pc:spChg chg="add">
          <ac:chgData name="Golovshchinskii, Alexander" userId="f11c3e37-6509-468e-aa4f-36e5e6925809" providerId="ADAL" clId="{26EDE948-3797-F34F-9F11-30EDCF85B14F}" dt="2025-10-15T13:22:25.842" v="5" actId="26606"/>
          <ac:spMkLst>
            <pc:docMk/>
            <pc:sldMk cId="2939826727" sldId="262"/>
            <ac:spMk id="10" creationId="{45D37F4E-DDB4-456B-97E0-9937730A039F}"/>
          </ac:spMkLst>
        </pc:spChg>
        <pc:spChg chg="add">
          <ac:chgData name="Golovshchinskii, Alexander" userId="f11c3e37-6509-468e-aa4f-36e5e6925809" providerId="ADAL" clId="{26EDE948-3797-F34F-9F11-30EDCF85B14F}" dt="2025-10-15T13:22:25.842" v="5" actId="26606"/>
          <ac:spMkLst>
            <pc:docMk/>
            <pc:sldMk cId="2939826727" sldId="262"/>
            <ac:spMk id="12" creationId="{B2DD41CD-8F47-4F56-AD12-4E2FF7696987}"/>
          </ac:spMkLst>
        </pc:spChg>
        <pc:picChg chg="add mod">
          <ac:chgData name="Golovshchinskii, Alexander" userId="f11c3e37-6509-468e-aa4f-36e5e6925809" providerId="ADAL" clId="{26EDE948-3797-F34F-9F11-30EDCF85B14F}" dt="2025-10-15T13:22:32.958" v="7" actId="1076"/>
          <ac:picMkLst>
            <pc:docMk/>
            <pc:sldMk cId="2939826727" sldId="262"/>
            <ac:picMk id="5" creationId="{C059D9B2-EBF4-3E3A-F964-DF2D1BE801E7}"/>
          </ac:picMkLst>
        </pc:picChg>
        <pc:picChg chg="add mod">
          <ac:chgData name="Golovshchinskii, Alexander" userId="f11c3e37-6509-468e-aa4f-36e5e6925809" providerId="ADAL" clId="{26EDE948-3797-F34F-9F11-30EDCF85B14F}" dt="2025-10-16T10:45:11.259" v="1224"/>
          <ac:picMkLst>
            <pc:docMk/>
            <pc:sldMk cId="2939826727" sldId="262"/>
            <ac:picMk id="6" creationId="{480AA3FF-332F-AB1A-5BFC-EFBCC9D2ED47}"/>
          </ac:picMkLst>
        </pc:picChg>
      </pc:sldChg>
      <pc:sldChg chg="addSp delSp modSp new mod">
        <pc:chgData name="Golovshchinskii, Alexander" userId="f11c3e37-6509-468e-aa4f-36e5e6925809" providerId="ADAL" clId="{26EDE948-3797-F34F-9F11-30EDCF85B14F}" dt="2025-10-16T10:15:03.411" v="1206"/>
        <pc:sldMkLst>
          <pc:docMk/>
          <pc:sldMk cId="835361334" sldId="263"/>
        </pc:sldMkLst>
        <pc:spChg chg="mod">
          <ac:chgData name="Golovshchinskii, Alexander" userId="f11c3e37-6509-468e-aa4f-36e5e6925809" providerId="ADAL" clId="{26EDE948-3797-F34F-9F11-30EDCF85B14F}" dt="2025-10-15T14:25:39.182" v="234" actId="20577"/>
          <ac:spMkLst>
            <pc:docMk/>
            <pc:sldMk cId="835361334" sldId="263"/>
            <ac:spMk id="2" creationId="{342B26BE-D54E-5DC7-5FFB-804F7262322B}"/>
          </ac:spMkLst>
        </pc:spChg>
        <pc:spChg chg="del">
          <ac:chgData name="Golovshchinskii, Alexander" userId="f11c3e37-6509-468e-aa4f-36e5e6925809" providerId="ADAL" clId="{26EDE948-3797-F34F-9F11-30EDCF85B14F}" dt="2025-10-15T14:24:19.320" v="181"/>
          <ac:spMkLst>
            <pc:docMk/>
            <pc:sldMk cId="835361334" sldId="263"/>
            <ac:spMk id="3" creationId="{C428AE4B-13E7-8C83-D7EE-6A36A6D4B673}"/>
          </ac:spMkLst>
        </pc:spChg>
        <pc:graphicFrameChg chg="add">
          <ac:chgData name="Golovshchinskii, Alexander" userId="f11c3e37-6509-468e-aa4f-36e5e6925809" providerId="ADAL" clId="{26EDE948-3797-F34F-9F11-30EDCF85B14F}" dt="2025-10-15T14:24:19.320" v="181"/>
          <ac:graphicFrameMkLst>
            <pc:docMk/>
            <pc:sldMk cId="835361334" sldId="263"/>
            <ac:graphicFrameMk id="4" creationId="{B5E0EAA3-AE0D-F7BC-0224-F4BE56E6D57B}"/>
          </ac:graphicFrameMkLst>
        </pc:graphicFrameChg>
        <pc:picChg chg="add mod">
          <ac:chgData name="Golovshchinskii, Alexander" userId="f11c3e37-6509-468e-aa4f-36e5e6925809" providerId="ADAL" clId="{26EDE948-3797-F34F-9F11-30EDCF85B14F}" dt="2025-10-16T10:15:03.411" v="1206"/>
          <ac:picMkLst>
            <pc:docMk/>
            <pc:sldMk cId="835361334" sldId="263"/>
            <ac:picMk id="5" creationId="{5F06E7FC-0D92-2003-9079-2F9FB5148FAE}"/>
          </ac:picMkLst>
        </pc:picChg>
      </pc:sldChg>
      <pc:sldChg chg="addSp delSp modSp new mod ord setBg">
        <pc:chgData name="Golovshchinskii, Alexander" userId="f11c3e37-6509-468e-aa4f-36e5e6925809" providerId="ADAL" clId="{26EDE948-3797-F34F-9F11-30EDCF85B14F}" dt="2025-10-16T15:40:33.488" v="2591" actId="26606"/>
        <pc:sldMkLst>
          <pc:docMk/>
          <pc:sldMk cId="1596207342" sldId="264"/>
        </pc:sldMkLst>
        <pc:spChg chg="mod">
          <ac:chgData name="Golovshchinskii, Alexander" userId="f11c3e37-6509-468e-aa4f-36e5e6925809" providerId="ADAL" clId="{26EDE948-3797-F34F-9F11-30EDCF85B14F}" dt="2025-10-16T15:40:33.488" v="2591" actId="26606"/>
          <ac:spMkLst>
            <pc:docMk/>
            <pc:sldMk cId="1596207342" sldId="264"/>
            <ac:spMk id="2" creationId="{31A419B9-E6E2-3D34-0883-91ECB7B765B0}"/>
          </ac:spMkLst>
        </pc:spChg>
        <pc:spChg chg="del">
          <ac:chgData name="Golovshchinskii, Alexander" userId="f11c3e37-6509-468e-aa4f-36e5e6925809" providerId="ADAL" clId="{26EDE948-3797-F34F-9F11-30EDCF85B14F}" dt="2025-10-16T15:38:27.938" v="2571"/>
          <ac:spMkLst>
            <pc:docMk/>
            <pc:sldMk cId="1596207342" sldId="264"/>
            <ac:spMk id="3" creationId="{50E5D735-9736-DC36-9798-E559E82B48F4}"/>
          </ac:spMkLst>
        </pc:spChg>
        <pc:spChg chg="add del">
          <ac:chgData name="Golovshchinskii, Alexander" userId="f11c3e37-6509-468e-aa4f-36e5e6925809" providerId="ADAL" clId="{26EDE948-3797-F34F-9F11-30EDCF85B14F}" dt="2025-10-16T15:40:33.488" v="2591" actId="26606"/>
          <ac:spMkLst>
            <pc:docMk/>
            <pc:sldMk cId="1596207342" sldId="264"/>
            <ac:spMk id="1033" creationId="{7C98A213-5994-475E-B327-DC6EC27FBA8B}"/>
          </ac:spMkLst>
        </pc:spChg>
        <pc:spChg chg="add del">
          <ac:chgData name="Golovshchinskii, Alexander" userId="f11c3e37-6509-468e-aa4f-36e5e6925809" providerId="ADAL" clId="{26EDE948-3797-F34F-9F11-30EDCF85B14F}" dt="2025-10-16T15:40:33.488" v="2591" actId="26606"/>
          <ac:spMkLst>
            <pc:docMk/>
            <pc:sldMk cId="1596207342" sldId="264"/>
            <ac:spMk id="1035" creationId="{4B030A0D-0DAD-4A99-89BB-419527D6A64B}"/>
          </ac:spMkLst>
        </pc:spChg>
        <pc:spChg chg="add">
          <ac:chgData name="Golovshchinskii, Alexander" userId="f11c3e37-6509-468e-aa4f-36e5e6925809" providerId="ADAL" clId="{26EDE948-3797-F34F-9F11-30EDCF85B14F}" dt="2025-10-16T15:40:33.488" v="2591" actId="26606"/>
          <ac:spMkLst>
            <pc:docMk/>
            <pc:sldMk cId="1596207342" sldId="264"/>
            <ac:spMk id="1040" creationId="{C4879EFC-8E62-4E00-973C-C45EE9EC676D}"/>
          </ac:spMkLst>
        </pc:spChg>
        <pc:spChg chg="add">
          <ac:chgData name="Golovshchinskii, Alexander" userId="f11c3e37-6509-468e-aa4f-36e5e6925809" providerId="ADAL" clId="{26EDE948-3797-F34F-9F11-30EDCF85B14F}" dt="2025-10-16T15:40:33.488" v="2591" actId="26606"/>
          <ac:spMkLst>
            <pc:docMk/>
            <pc:sldMk cId="1596207342" sldId="264"/>
            <ac:spMk id="1042" creationId="{D6A9C53F-5F90-40A5-8C85-5412D39C8C68}"/>
          </ac:spMkLst>
        </pc:spChg>
        <pc:picChg chg="add mod ord">
          <ac:chgData name="Golovshchinskii, Alexander" userId="f11c3e37-6509-468e-aa4f-36e5e6925809" providerId="ADAL" clId="{26EDE948-3797-F34F-9F11-30EDCF85B14F}" dt="2025-10-16T15:40:33.488" v="2591" actId="26606"/>
          <ac:picMkLst>
            <pc:docMk/>
            <pc:sldMk cId="1596207342" sldId="264"/>
            <ac:picMk id="4" creationId="{D8204283-7A93-4954-A756-9691E2377834}"/>
          </ac:picMkLst>
        </pc:picChg>
        <pc:picChg chg="add mod">
          <ac:chgData name="Golovshchinskii, Alexander" userId="f11c3e37-6509-468e-aa4f-36e5e6925809" providerId="ADAL" clId="{26EDE948-3797-F34F-9F11-30EDCF85B14F}" dt="2025-10-16T15:40:33.488" v="2591" actId="26606"/>
          <ac:picMkLst>
            <pc:docMk/>
            <pc:sldMk cId="1596207342" sldId="264"/>
            <ac:picMk id="5" creationId="{FA423890-E1BB-AE5E-8973-E857C4F9E3F9}"/>
          </ac:picMkLst>
        </pc:picChg>
        <pc:picChg chg="add mod ord">
          <ac:chgData name="Golovshchinskii, Alexander" userId="f11c3e37-6509-468e-aa4f-36e5e6925809" providerId="ADAL" clId="{26EDE948-3797-F34F-9F11-30EDCF85B14F}" dt="2025-10-16T15:40:33.488" v="2591" actId="26606"/>
          <ac:picMkLst>
            <pc:docMk/>
            <pc:sldMk cId="1596207342" sldId="264"/>
            <ac:picMk id="1026" creationId="{33267EE7-EBC9-3052-A3D0-80E7D385A4B6}"/>
          </ac:picMkLst>
        </pc:picChg>
        <pc:picChg chg="add del mod">
          <ac:chgData name="Golovshchinskii, Alexander" userId="f11c3e37-6509-468e-aa4f-36e5e6925809" providerId="ADAL" clId="{26EDE948-3797-F34F-9F11-30EDCF85B14F}" dt="2025-10-16T15:40:29.605" v="2589" actId="478"/>
          <ac:picMkLst>
            <pc:docMk/>
            <pc:sldMk cId="1596207342" sldId="264"/>
            <ac:picMk id="1028" creationId="{6963111F-EDAC-A34E-D58D-E51606A07F9E}"/>
          </ac:picMkLst>
        </pc:picChg>
      </pc:sldChg>
      <pc:sldChg chg="addSp modSp new mod ord">
        <pc:chgData name="Golovshchinskii, Alexander" userId="f11c3e37-6509-468e-aa4f-36e5e6925809" providerId="ADAL" clId="{26EDE948-3797-F34F-9F11-30EDCF85B14F}" dt="2025-10-16T15:39:45.192" v="2587" actId="20578"/>
        <pc:sldMkLst>
          <pc:docMk/>
          <pc:sldMk cId="3350794280" sldId="265"/>
        </pc:sldMkLst>
        <pc:spChg chg="mod">
          <ac:chgData name="Golovshchinskii, Alexander" userId="f11c3e37-6509-468e-aa4f-36e5e6925809" providerId="ADAL" clId="{26EDE948-3797-F34F-9F11-30EDCF85B14F}" dt="2025-10-16T10:14:53.339" v="1205" actId="20577"/>
          <ac:spMkLst>
            <pc:docMk/>
            <pc:sldMk cId="3350794280" sldId="265"/>
            <ac:spMk id="2" creationId="{CB7CEA39-FE34-8D18-4E88-EA0C0FBC154A}"/>
          </ac:spMkLst>
        </pc:spChg>
        <pc:spChg chg="mod">
          <ac:chgData name="Golovshchinskii, Alexander" userId="f11c3e37-6509-468e-aa4f-36e5e6925809" providerId="ADAL" clId="{26EDE948-3797-F34F-9F11-30EDCF85B14F}" dt="2025-10-16T10:46:35.537" v="1337" actId="20577"/>
          <ac:spMkLst>
            <pc:docMk/>
            <pc:sldMk cId="3350794280" sldId="265"/>
            <ac:spMk id="3" creationId="{734B8FF9-99F7-75F3-918B-CCEB54D877A1}"/>
          </ac:spMkLst>
        </pc:spChg>
        <pc:spChg chg="add mod">
          <ac:chgData name="Golovshchinskii, Alexander" userId="f11c3e37-6509-468e-aa4f-36e5e6925809" providerId="ADAL" clId="{26EDE948-3797-F34F-9F11-30EDCF85B14F}" dt="2025-10-16T10:45:39.392" v="1227" actId="14100"/>
          <ac:spMkLst>
            <pc:docMk/>
            <pc:sldMk cId="3350794280" sldId="265"/>
            <ac:spMk id="4" creationId="{B882B6C7-7E90-3DDD-8A41-08636FC2A6CE}"/>
          </ac:spMkLst>
        </pc:spChg>
        <pc:spChg chg="add mod">
          <ac:chgData name="Golovshchinskii, Alexander" userId="f11c3e37-6509-468e-aa4f-36e5e6925809" providerId="ADAL" clId="{26EDE948-3797-F34F-9F11-30EDCF85B14F}" dt="2025-10-16T10:45:43.275" v="1228" actId="1076"/>
          <ac:spMkLst>
            <pc:docMk/>
            <pc:sldMk cId="3350794280" sldId="265"/>
            <ac:spMk id="5" creationId="{BEBA47DA-FED2-803D-9ED1-C568120DE2AE}"/>
          </ac:spMkLst>
        </pc:spChg>
        <pc:spChg chg="add mod">
          <ac:chgData name="Golovshchinskii, Alexander" userId="f11c3e37-6509-468e-aa4f-36e5e6925809" providerId="ADAL" clId="{26EDE948-3797-F34F-9F11-30EDCF85B14F}" dt="2025-10-16T10:46:19.210" v="1270" actId="1076"/>
          <ac:spMkLst>
            <pc:docMk/>
            <pc:sldMk cId="3350794280" sldId="265"/>
            <ac:spMk id="7" creationId="{B7B83DB4-D74B-6D67-B01E-851A18D7A8E0}"/>
          </ac:spMkLst>
        </pc:spChg>
        <pc:spChg chg="add mod">
          <ac:chgData name="Golovshchinskii, Alexander" userId="f11c3e37-6509-468e-aa4f-36e5e6925809" providerId="ADAL" clId="{26EDE948-3797-F34F-9F11-30EDCF85B14F}" dt="2025-10-16T10:46:47.032" v="1341" actId="20577"/>
          <ac:spMkLst>
            <pc:docMk/>
            <pc:sldMk cId="3350794280" sldId="265"/>
            <ac:spMk id="8" creationId="{39435695-800F-2775-0303-6C46F40241DA}"/>
          </ac:spMkLst>
        </pc:spChg>
        <pc:picChg chg="add mod">
          <ac:chgData name="Golovshchinskii, Alexander" userId="f11c3e37-6509-468e-aa4f-36e5e6925809" providerId="ADAL" clId="{26EDE948-3797-F34F-9F11-30EDCF85B14F}" dt="2025-10-16T10:15:05.141" v="1207"/>
          <ac:picMkLst>
            <pc:docMk/>
            <pc:sldMk cId="3350794280" sldId="265"/>
            <ac:picMk id="6" creationId="{6D3D349C-B85A-699A-C9B6-36CDAAC3D169}"/>
          </ac:picMkLst>
        </pc:picChg>
      </pc:sldChg>
      <pc:sldChg chg="addSp delSp modSp new mod ord setBg">
        <pc:chgData name="Golovshchinskii, Alexander" userId="f11c3e37-6509-468e-aa4f-36e5e6925809" providerId="ADAL" clId="{26EDE948-3797-F34F-9F11-30EDCF85B14F}" dt="2025-10-16T15:39:51.993" v="2588" actId="20578"/>
        <pc:sldMkLst>
          <pc:docMk/>
          <pc:sldMk cId="3850808244" sldId="266"/>
        </pc:sldMkLst>
        <pc:spChg chg="del">
          <ac:chgData name="Golovshchinskii, Alexander" userId="f11c3e37-6509-468e-aa4f-36e5e6925809" providerId="ADAL" clId="{26EDE948-3797-F34F-9F11-30EDCF85B14F}" dt="2025-10-16T13:35:54.053" v="1562"/>
          <ac:spMkLst>
            <pc:docMk/>
            <pc:sldMk cId="3850808244" sldId="266"/>
            <ac:spMk id="2" creationId="{B3C84ED9-A769-993B-71B4-093A05CA3558}"/>
          </ac:spMkLst>
        </pc:spChg>
        <pc:spChg chg="add del mod ord">
          <ac:chgData name="Golovshchinskii, Alexander" userId="f11c3e37-6509-468e-aa4f-36e5e6925809" providerId="ADAL" clId="{26EDE948-3797-F34F-9F11-30EDCF85B14F}" dt="2025-10-16T15:31:40.123" v="2570" actId="26606"/>
          <ac:spMkLst>
            <pc:docMk/>
            <pc:sldMk cId="3850808244" sldId="266"/>
            <ac:spMk id="3" creationId="{A8384041-00B0-0550-27E4-00BE91D85E12}"/>
          </ac:spMkLst>
        </pc:spChg>
        <pc:spChg chg="add mod">
          <ac:chgData name="Golovshchinskii, Alexander" userId="f11c3e37-6509-468e-aa4f-36e5e6925809" providerId="ADAL" clId="{26EDE948-3797-F34F-9F11-30EDCF85B14F}" dt="2025-10-16T15:31:40.123" v="2570" actId="26606"/>
          <ac:spMkLst>
            <pc:docMk/>
            <pc:sldMk cId="3850808244" sldId="266"/>
            <ac:spMk id="4" creationId="{3B80E2BD-B10C-D279-2AE1-5EC377C63CDB}"/>
          </ac:spMkLst>
        </pc:spChg>
        <pc:spChg chg="add del">
          <ac:chgData name="Golovshchinskii, Alexander" userId="f11c3e37-6509-468e-aa4f-36e5e6925809" providerId="ADAL" clId="{26EDE948-3797-F34F-9F11-30EDCF85B14F}" dt="2025-10-16T15:31:37.080" v="2568" actId="26606"/>
          <ac:spMkLst>
            <pc:docMk/>
            <pc:sldMk cId="3850808244" sldId="266"/>
            <ac:spMk id="9" creationId="{100EDD19-6802-4EC3-95CE-CFFAB042CFD6}"/>
          </ac:spMkLst>
        </pc:spChg>
        <pc:spChg chg="add del">
          <ac:chgData name="Golovshchinskii, Alexander" userId="f11c3e37-6509-468e-aa4f-36e5e6925809" providerId="ADAL" clId="{26EDE948-3797-F34F-9F11-30EDCF85B14F}" dt="2025-10-16T15:31:37.080" v="2568" actId="26606"/>
          <ac:spMkLst>
            <pc:docMk/>
            <pc:sldMk cId="3850808244" sldId="266"/>
            <ac:spMk id="11" creationId="{DB17E863-922E-4C26-BD64-E8FD41D28661}"/>
          </ac:spMkLst>
        </pc:spChg>
        <pc:spChg chg="add del">
          <ac:chgData name="Golovshchinskii, Alexander" userId="f11c3e37-6509-468e-aa4f-36e5e6925809" providerId="ADAL" clId="{26EDE948-3797-F34F-9F11-30EDCF85B14F}" dt="2025-10-16T15:31:40.123" v="2570" actId="26606"/>
          <ac:spMkLst>
            <pc:docMk/>
            <pc:sldMk cId="3850808244" sldId="266"/>
            <ac:spMk id="13" creationId="{B50AB553-2A96-4A92-96F2-93548E096954}"/>
          </ac:spMkLst>
        </pc:spChg>
        <pc:graphicFrameChg chg="add del">
          <ac:chgData name="Golovshchinskii, Alexander" userId="f11c3e37-6509-468e-aa4f-36e5e6925809" providerId="ADAL" clId="{26EDE948-3797-F34F-9F11-30EDCF85B14F}" dt="2025-10-16T15:31:40.123" v="2570" actId="26606"/>
          <ac:graphicFrameMkLst>
            <pc:docMk/>
            <pc:sldMk cId="3850808244" sldId="266"/>
            <ac:graphicFrameMk id="6" creationId="{461231D5-5429-9FC3-E76E-C43012C61114}"/>
          </ac:graphicFrameMkLst>
        </pc:graphicFrameChg>
        <pc:picChg chg="add del">
          <ac:chgData name="Golovshchinskii, Alexander" userId="f11c3e37-6509-468e-aa4f-36e5e6925809" providerId="ADAL" clId="{26EDE948-3797-F34F-9F11-30EDCF85B14F}" dt="2025-10-16T15:31:40.123" v="2570" actId="26606"/>
          <ac:picMkLst>
            <pc:docMk/>
            <pc:sldMk cId="3850808244" sldId="266"/>
            <ac:picMk id="7" creationId="{8DE2514A-E0A4-86C8-A291-000C95DB091B}"/>
          </ac:picMkLst>
        </pc:picChg>
      </pc:sldChg>
      <pc:sldChg chg="addSp delSp modSp new mod setBg">
        <pc:chgData name="Golovshchinskii, Alexander" userId="f11c3e37-6509-468e-aa4f-36e5e6925809" providerId="ADAL" clId="{26EDE948-3797-F34F-9F11-30EDCF85B14F}" dt="2025-10-16T15:31:20.914" v="2566" actId="26606"/>
        <pc:sldMkLst>
          <pc:docMk/>
          <pc:sldMk cId="1640135753" sldId="267"/>
        </pc:sldMkLst>
        <pc:spChg chg="mod">
          <ac:chgData name="Golovshchinskii, Alexander" userId="f11c3e37-6509-468e-aa4f-36e5e6925809" providerId="ADAL" clId="{26EDE948-3797-F34F-9F11-30EDCF85B14F}" dt="2025-10-16T15:31:20.914" v="2566" actId="26606"/>
          <ac:spMkLst>
            <pc:docMk/>
            <pc:sldMk cId="1640135753" sldId="267"/>
            <ac:spMk id="2" creationId="{B9E3D824-A6A0-8058-93D4-E1C5AD91988B}"/>
          </ac:spMkLst>
        </pc:spChg>
        <pc:spChg chg="del">
          <ac:chgData name="Golovshchinskii, Alexander" userId="f11c3e37-6509-468e-aa4f-36e5e6925809" providerId="ADAL" clId="{26EDE948-3797-F34F-9F11-30EDCF85B14F}" dt="2025-10-16T15:31:16.919" v="2562" actId="931"/>
          <ac:spMkLst>
            <pc:docMk/>
            <pc:sldMk cId="1640135753" sldId="267"/>
            <ac:spMk id="3" creationId="{C3C2071F-5A49-BB4D-2318-28652ADE3A07}"/>
          </ac:spMkLst>
        </pc:spChg>
        <pc:spChg chg="add">
          <ac:chgData name="Golovshchinskii, Alexander" userId="f11c3e37-6509-468e-aa4f-36e5e6925809" providerId="ADAL" clId="{26EDE948-3797-F34F-9F11-30EDCF85B14F}" dt="2025-10-16T15:31:20.914" v="2566" actId="26606"/>
          <ac:spMkLst>
            <pc:docMk/>
            <pc:sldMk cId="1640135753" sldId="267"/>
            <ac:spMk id="10" creationId="{665DBBEF-238B-476B-96AB-8AAC3224ECEA}"/>
          </ac:spMkLst>
        </pc:spChg>
        <pc:spChg chg="add">
          <ac:chgData name="Golovshchinskii, Alexander" userId="f11c3e37-6509-468e-aa4f-36e5e6925809" providerId="ADAL" clId="{26EDE948-3797-F34F-9F11-30EDCF85B14F}" dt="2025-10-16T15:31:20.914" v="2566" actId="26606"/>
          <ac:spMkLst>
            <pc:docMk/>
            <pc:sldMk cId="1640135753" sldId="267"/>
            <ac:spMk id="12" creationId="{3FCFB1DE-0B7E-48CC-BA90-B2AB0889F9D6}"/>
          </ac:spMkLst>
        </pc:spChg>
        <pc:picChg chg="add mod">
          <ac:chgData name="Golovshchinskii, Alexander" userId="f11c3e37-6509-468e-aa4f-36e5e6925809" providerId="ADAL" clId="{26EDE948-3797-F34F-9F11-30EDCF85B14F}" dt="2025-10-16T15:31:20.914" v="2566" actId="26606"/>
          <ac:picMkLst>
            <pc:docMk/>
            <pc:sldMk cId="1640135753" sldId="267"/>
            <ac:picMk id="5" creationId="{B7CAE670-F212-B176-9FB8-33A6288A39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71F06-D2FC-4304-A0CB-0549039EDE01}" type="datetimeFigureOut">
              <a:t>10/15/25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5F8E0-81B7-4111-AC8B-1849B95DFB5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33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does the bacterial cell know to begin replication exactly in this short region within the much larger </a:t>
            </a:r>
            <a:r>
              <a:rPr lang="en-US" i="1"/>
              <a:t>Vibrio cholerae</a:t>
            </a:r>
            <a:r>
              <a:rPr lang="en-US"/>
              <a:t> chromosome, which consists of 1,108,250 </a:t>
            </a:r>
            <a:r>
              <a:rPr lang="en-US" err="1"/>
              <a:t>nucleotides?There</a:t>
            </a:r>
            <a:r>
              <a:rPr lang="en-US"/>
              <a:t> must be some “hidden message” in the </a:t>
            </a:r>
            <a:r>
              <a:rPr lang="en-US" i="1" err="1"/>
              <a:t>ori</a:t>
            </a:r>
            <a:r>
              <a:rPr lang="en-US"/>
              <a:t> region ordering the cell to begin replication here. Indeed, we know that the initiation of replication is mediated by </a:t>
            </a:r>
            <a:r>
              <a:rPr lang="en-US" b="1" i="1" err="1"/>
              <a:t>DnaA</a:t>
            </a:r>
            <a:r>
              <a:rPr lang="en-US"/>
              <a:t>, a protein that binds to a short segment within the </a:t>
            </a:r>
            <a:r>
              <a:rPr lang="en-US" i="1" err="1"/>
              <a:t>ori</a:t>
            </a:r>
            <a:r>
              <a:rPr lang="en-US"/>
              <a:t> known as a </a:t>
            </a:r>
            <a:r>
              <a:rPr lang="en-US" b="1" i="1" err="1"/>
              <a:t>DnaA</a:t>
            </a:r>
            <a:r>
              <a:rPr lang="en-US" b="1"/>
              <a:t> box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5F8E0-81B7-4111-AC8B-1849B95DFB5C}" type="slidenum"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525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0587" y="1692478"/>
            <a:ext cx="10370892" cy="2996747"/>
          </a:xfrm>
        </p:spPr>
        <p:txBody>
          <a:bodyPr>
            <a:normAutofit/>
          </a:bodyPr>
          <a:lstStyle/>
          <a:p>
            <a:r>
              <a:rPr lang="en-GB" dirty="0"/>
              <a:t>Algorithms in Bioinformatics using Python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038B5DA0-22B5-8C48-238A-916B9721C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-1"/>
          <a:stretch>
            <a:fillRect/>
          </a:stretch>
        </p:blipFill>
        <p:spPr>
          <a:xfrm>
            <a:off x="10020769" y="6"/>
            <a:ext cx="2171071" cy="2177874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419B9-E6E2-3D34-0883-91ECB7B7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What is bioinformatics? </a:t>
            </a:r>
          </a:p>
        </p:txBody>
      </p:sp>
      <p:sp>
        <p:nvSpPr>
          <p:cNvPr id="104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23890-E1BB-AE5E-8973-E857C4F9E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52418"/>
            <a:ext cx="5614416" cy="3186180"/>
          </a:xfrm>
          <a:prstGeom prst="rect">
            <a:avLst/>
          </a:prstGeom>
        </p:spPr>
      </p:pic>
      <p:pic>
        <p:nvPicPr>
          <p:cNvPr id="1026" name="Picture 2" descr="What Is Bioinformatics? | Built In">
            <a:extLst>
              <a:ext uri="{FF2B5EF4-FFF2-40B4-BE49-F238E27FC236}">
                <a16:creationId xmlns:a16="http://schemas.microsoft.com/office/drawing/2014/main" id="{33267EE7-EBC9-3052-A3D0-80E7D385A4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2964706"/>
            <a:ext cx="5614416" cy="296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D8204283-7A93-4954-A756-9691E2377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96323" y="0"/>
            <a:ext cx="875230" cy="8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0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26BE-D54E-5DC7-5FFB-804F7262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meet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5E0EAA3-AE0D-F7BC-0224-F4BE56E6D57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B5E0EAA3-AE0D-F7BC-0224-F4BE56E6D5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5F06E7FC-0D92-2003-9079-2F9FB5148FA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3536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F8B71DD7-0DD7-133A-0D25-8761AF3AE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 descr="complete diagram of a replication fork in bacterial dna. - brainly.com">
            <a:extLst>
              <a:ext uri="{FF2B5EF4-FFF2-40B4-BE49-F238E27FC236}">
                <a16:creationId xmlns:a16="http://schemas.microsoft.com/office/drawing/2014/main" id="{0BCD65A4-87A9-A418-1043-AA0B9A5CD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0" y="1900072"/>
            <a:ext cx="10576229" cy="4138607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FD7907-ABED-F269-4859-256C64C0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DNA Replication in Bacteria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2E0EB2-40B2-49C7-CBFE-7E43357F55F1}"/>
              </a:ext>
            </a:extLst>
          </p:cNvPr>
          <p:cNvSpPr/>
          <p:nvPr/>
        </p:nvSpPr>
        <p:spPr>
          <a:xfrm>
            <a:off x="388775" y="5287347"/>
            <a:ext cx="1555102" cy="10730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23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802B-2063-C2DD-951D-DA0391A1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it look?</a:t>
            </a:r>
            <a:endParaRPr lang="en-US" dirty="0"/>
          </a:p>
        </p:txBody>
      </p:sp>
      <p:pic>
        <p:nvPicPr>
          <p:cNvPr id="5" name="Picture 4" descr="Dna Replication Fork Microscope">
            <a:extLst>
              <a:ext uri="{FF2B5EF4-FFF2-40B4-BE49-F238E27FC236}">
                <a16:creationId xmlns:a16="http://schemas.microsoft.com/office/drawing/2014/main" id="{F5F4A98B-AD3F-D560-E0E2-1FA37A3B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439" y="2635977"/>
            <a:ext cx="4375546" cy="3484004"/>
          </a:xfrm>
          <a:prstGeom prst="rect">
            <a:avLst/>
          </a:prstGeom>
          <a:ln>
            <a:noFill/>
          </a:ln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B7E69A13-2B54-B081-9BCC-C6C131A040A0}"/>
              </a:ext>
            </a:extLst>
          </p:cNvPr>
          <p:cNvSpPr/>
          <p:nvPr/>
        </p:nvSpPr>
        <p:spPr>
          <a:xfrm>
            <a:off x="3506839" y="1909097"/>
            <a:ext cx="229420" cy="548967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711754-630D-8888-4346-09488E458F2A}"/>
              </a:ext>
            </a:extLst>
          </p:cNvPr>
          <p:cNvSpPr txBox="1"/>
          <p:nvPr/>
        </p:nvSpPr>
        <p:spPr>
          <a:xfrm>
            <a:off x="2130322" y="1499419"/>
            <a:ext cx="32184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err="1">
                <a:solidFill>
                  <a:srgbClr val="C00000"/>
                </a:solidFill>
              </a:rPr>
              <a:t>OriC</a:t>
            </a:r>
            <a:r>
              <a:rPr lang="en-GB" b="1">
                <a:solidFill>
                  <a:srgbClr val="C00000"/>
                </a:solidFill>
              </a:rPr>
              <a:t> – origin of replication!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7B34AB6C-0BB1-38E4-74AA-AF2547C5E114}"/>
              </a:ext>
            </a:extLst>
          </p:cNvPr>
          <p:cNvSpPr/>
          <p:nvPr/>
        </p:nvSpPr>
        <p:spPr>
          <a:xfrm>
            <a:off x="8922772" y="4801419"/>
            <a:ext cx="311357" cy="1130709"/>
          </a:xfrm>
          <a:prstGeom prst="up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2EAC2-3727-E53E-D7AF-F680CB5D75E7}"/>
              </a:ext>
            </a:extLst>
          </p:cNvPr>
          <p:cNvSpPr txBox="1"/>
          <p:nvPr/>
        </p:nvSpPr>
        <p:spPr>
          <a:xfrm>
            <a:off x="8242709" y="6268064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solidFill>
                  <a:schemeClr val="accent1">
                    <a:lumMod val="76000"/>
                  </a:schemeClr>
                </a:solidFill>
              </a:rPr>
              <a:t>Replication Fork</a:t>
            </a:r>
          </a:p>
        </p:txBody>
      </p:sp>
      <p:pic>
        <p:nvPicPr>
          <p:cNvPr id="19" name="Picture 18" descr="DNA Replication Fork - Macroarray">
            <a:extLst>
              <a:ext uri="{FF2B5EF4-FFF2-40B4-BE49-F238E27FC236}">
                <a16:creationId xmlns:a16="http://schemas.microsoft.com/office/drawing/2014/main" id="{78E1CF5B-158B-6EE3-2D6A-F82476A2A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35" y="2639535"/>
            <a:ext cx="6659715" cy="3176671"/>
          </a:xfrm>
          <a:prstGeom prst="rect">
            <a:avLst/>
          </a:prstGeom>
          <a:ln>
            <a:noFill/>
          </a:ln>
        </p:spPr>
      </p:pic>
      <p:pic>
        <p:nvPicPr>
          <p:cNvPr id="4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AE6563BD-7424-3C9C-4DC9-B515ADD95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4748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NA Replication">
            <a:extLst>
              <a:ext uri="{FF2B5EF4-FFF2-40B4-BE49-F238E27FC236}">
                <a16:creationId xmlns:a16="http://schemas.microsoft.com/office/drawing/2014/main" id="{2C124087-654B-6E25-3636-560C7AB8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722" y="1964139"/>
            <a:ext cx="5987844" cy="43226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38082E-A843-FC9B-871B-29F9A4E1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3" y="373319"/>
            <a:ext cx="11056374" cy="1350143"/>
          </a:xfrm>
        </p:spPr>
        <p:txBody>
          <a:bodyPr/>
          <a:lstStyle/>
          <a:p>
            <a:r>
              <a:rPr lang="en-GB"/>
              <a:t>How Many Forks? How many </a:t>
            </a:r>
            <a:r>
              <a:rPr lang="en-GB" err="1"/>
              <a:t>oriC</a:t>
            </a:r>
            <a:r>
              <a:rPr lang="en-GB"/>
              <a:t>?</a:t>
            </a:r>
          </a:p>
        </p:txBody>
      </p:sp>
      <p:pic>
        <p:nvPicPr>
          <p:cNvPr id="11" name="Picture 10" descr="A diagram of dna replication&#10;&#10;AI-generated content may be incorrect.">
            <a:extLst>
              <a:ext uri="{FF2B5EF4-FFF2-40B4-BE49-F238E27FC236}">
                <a16:creationId xmlns:a16="http://schemas.microsoft.com/office/drawing/2014/main" id="{785F9E15-FA29-AF64-5249-FE80B57699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78" t="20788" b="7168"/>
          <a:stretch>
            <a:fillRect/>
          </a:stretch>
        </p:blipFill>
        <p:spPr>
          <a:xfrm>
            <a:off x="983226" y="1720644"/>
            <a:ext cx="4834197" cy="4801426"/>
          </a:xfrm>
          <a:prstGeom prst="rect">
            <a:avLst/>
          </a:prstGeom>
        </p:spPr>
      </p:pic>
      <p:pic>
        <p:nvPicPr>
          <p:cNvPr id="4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17F65C9A-020E-F551-0E94-7DA8686E6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2150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949D-1DE8-CDB7-5869-8D92F7B5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13749"/>
            <a:ext cx="10515600" cy="1315251"/>
          </a:xfrm>
        </p:spPr>
        <p:txBody>
          <a:bodyPr/>
          <a:lstStyle/>
          <a:p>
            <a:r>
              <a:rPr lang="en-GB" dirty="0"/>
              <a:t> Where is </a:t>
            </a:r>
            <a:r>
              <a:rPr lang="en-GB" dirty="0" err="1"/>
              <a:t>oriC</a:t>
            </a:r>
            <a:r>
              <a:rPr lang="en-GB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FB6B9-86CB-AA31-5B1A-1F773DFE1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06082"/>
            <a:ext cx="10515600" cy="15001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Finding the Origin of Replication Problem:</a:t>
            </a:r>
          </a:p>
          <a:p>
            <a:r>
              <a:rPr lang="en-GB" dirty="0">
                <a:solidFill>
                  <a:srgbClr val="C00000"/>
                </a:solidFill>
              </a:rPr>
              <a:t>Input:</a:t>
            </a:r>
            <a:r>
              <a:rPr lang="en-GB" dirty="0">
                <a:solidFill>
                  <a:schemeClr val="tx1"/>
                </a:solidFill>
              </a:rPr>
              <a:t> a DNA string </a:t>
            </a:r>
            <a:r>
              <a:rPr lang="en-GB" i="1" dirty="0">
                <a:solidFill>
                  <a:schemeClr val="tx1"/>
                </a:solidFill>
              </a:rPr>
              <a:t>Genome</a:t>
            </a:r>
          </a:p>
          <a:p>
            <a:r>
              <a:rPr lang="en-GB" dirty="0">
                <a:solidFill>
                  <a:srgbClr val="C00000"/>
                </a:solidFill>
              </a:rPr>
              <a:t>Output:</a:t>
            </a:r>
            <a:r>
              <a:rPr lang="en-GB" dirty="0">
                <a:solidFill>
                  <a:schemeClr val="tx1"/>
                </a:solidFill>
              </a:rPr>
              <a:t> The location of </a:t>
            </a:r>
            <a:r>
              <a:rPr lang="en-GB" i="1" dirty="0" err="1">
                <a:solidFill>
                  <a:schemeClr val="tx1"/>
                </a:solidFill>
              </a:rPr>
              <a:t>ori</a:t>
            </a:r>
            <a:r>
              <a:rPr lang="en-GB" dirty="0">
                <a:solidFill>
                  <a:schemeClr val="tx1"/>
                </a:solidFill>
              </a:rPr>
              <a:t> in </a:t>
            </a:r>
            <a:r>
              <a:rPr lang="en-GB" i="1" dirty="0">
                <a:solidFill>
                  <a:schemeClr val="tx1"/>
                </a:solidFill>
              </a:rPr>
              <a:t>Genome</a:t>
            </a:r>
          </a:p>
          <a:p>
            <a:r>
              <a:rPr lang="en-GB" dirty="0"/>
              <a:t>  </a:t>
            </a:r>
          </a:p>
        </p:txBody>
      </p:sp>
      <p:pic>
        <p:nvPicPr>
          <p:cNvPr id="6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8FCF093E-8C27-E1CE-75BA-A9D874AD80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5835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1150F-2B00-3B12-A15E-A7791E13B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dirty="0"/>
              <a:t>Is that even possible?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400A-7DC2-BC52-6724-5C14EEF4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 dirty="0" err="1"/>
              <a:t>DnaA</a:t>
            </a:r>
            <a:r>
              <a:rPr lang="en-GB" sz="2200" dirty="0"/>
              <a:t> – protein that initiates replication in bacteria</a:t>
            </a:r>
          </a:p>
          <a:p>
            <a:r>
              <a:rPr lang="en-GB" sz="2200" dirty="0"/>
              <a:t>Has to bind </a:t>
            </a:r>
            <a:r>
              <a:rPr lang="en-GB" sz="2200" b="1" dirty="0"/>
              <a:t>some specific sequence </a:t>
            </a:r>
            <a:r>
              <a:rPr lang="en-GB" sz="2200" dirty="0"/>
              <a:t>in </a:t>
            </a:r>
            <a:r>
              <a:rPr lang="en-GB" sz="2200" dirty="0" err="1"/>
              <a:t>oriC</a:t>
            </a:r>
            <a:r>
              <a:rPr lang="en-GB" sz="2200" dirty="0"/>
              <a:t> - </a:t>
            </a:r>
            <a:r>
              <a:rPr lang="en-GB" sz="2200" dirty="0" err="1"/>
              <a:t>DnaA</a:t>
            </a:r>
            <a:r>
              <a:rPr lang="en-GB" sz="2200" dirty="0"/>
              <a:t> box</a:t>
            </a:r>
          </a:p>
          <a:p>
            <a:r>
              <a:rPr lang="en-GB" sz="2200" dirty="0"/>
              <a:t>Many </a:t>
            </a:r>
            <a:r>
              <a:rPr lang="en-GB" sz="2200" dirty="0" err="1"/>
              <a:t>DnaA</a:t>
            </a:r>
            <a:r>
              <a:rPr lang="en-GB" sz="2200" dirty="0"/>
              <a:t> boxes -&gt; high concentration of </a:t>
            </a:r>
            <a:r>
              <a:rPr lang="en-GB" sz="2200" dirty="0" err="1"/>
              <a:t>DnaA</a:t>
            </a:r>
            <a:r>
              <a:rPr lang="en-GB" sz="2200" dirty="0"/>
              <a:t> -&gt; initiation of replication</a:t>
            </a:r>
          </a:p>
        </p:txBody>
      </p:sp>
      <p:pic>
        <p:nvPicPr>
          <p:cNvPr id="5" name="Picture 4" descr="RCSB PDB - 1J1V: Crystal structure of DnaA domainIV complexed with DnaAbox  DNA">
            <a:extLst>
              <a:ext uri="{FF2B5EF4-FFF2-40B4-BE49-F238E27FC236}">
                <a16:creationId xmlns:a16="http://schemas.microsoft.com/office/drawing/2014/main" id="{EEF744A2-47A6-AF1C-BBBC-C59B3F61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9D56ACDF-D344-1D03-A5A9-12B517E5D4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ln>
            <a:noFill/>
          </a:ln>
          <a:effectLst/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4700F6-9FD2-9024-2570-002C3382EA2B}"/>
              </a:ext>
            </a:extLst>
          </p:cNvPr>
          <p:cNvCxnSpPr>
            <a:cxnSpLocks/>
          </p:cNvCxnSpPr>
          <p:nvPr/>
        </p:nvCxnSpPr>
        <p:spPr>
          <a:xfrm flipV="1">
            <a:off x="5918860" y="4752109"/>
            <a:ext cx="703613" cy="864919"/>
          </a:xfrm>
          <a:prstGeom prst="straightConnector1">
            <a:avLst/>
          </a:prstGeom>
          <a:ln w="3492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D6E0EB-CD96-3170-A306-EC52861D52F1}"/>
              </a:ext>
            </a:extLst>
          </p:cNvPr>
          <p:cNvCxnSpPr>
            <a:cxnSpLocks/>
          </p:cNvCxnSpPr>
          <p:nvPr/>
        </p:nvCxnSpPr>
        <p:spPr>
          <a:xfrm flipV="1">
            <a:off x="8214239" y="5328648"/>
            <a:ext cx="703613" cy="864919"/>
          </a:xfrm>
          <a:prstGeom prst="straightConnector1">
            <a:avLst/>
          </a:prstGeom>
          <a:ln w="3492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4B36D53-6251-C15C-AC10-5614CE5A7F01}"/>
              </a:ext>
            </a:extLst>
          </p:cNvPr>
          <p:cNvSpPr txBox="1"/>
          <p:nvPr/>
        </p:nvSpPr>
        <p:spPr>
          <a:xfrm>
            <a:off x="4883669" y="5592517"/>
            <a:ext cx="191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DnaA</a:t>
            </a:r>
            <a:r>
              <a:rPr lang="en-US" sz="2400" dirty="0"/>
              <a:t> protein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E119A3-6861-2B01-F3C6-B016D2F5854C}"/>
              </a:ext>
            </a:extLst>
          </p:cNvPr>
          <p:cNvSpPr txBox="1"/>
          <p:nvPr/>
        </p:nvSpPr>
        <p:spPr>
          <a:xfrm>
            <a:off x="7194340" y="6179458"/>
            <a:ext cx="1447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DnaA</a:t>
            </a:r>
            <a:r>
              <a:rPr lang="en-US" sz="2400" dirty="0"/>
              <a:t> box</a:t>
            </a:r>
          </a:p>
        </p:txBody>
      </p:sp>
    </p:spTree>
    <p:extLst>
      <p:ext uri="{BB962C8B-B14F-4D97-AF65-F5344CB8AC3E}">
        <p14:creationId xmlns:p14="http://schemas.microsoft.com/office/powerpoint/2010/main" val="369355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EA39-FE34-8D18-4E88-EA0C0FBC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workshop is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8FF9-99F7-75F3-918B-CCEB54D87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DNA sequences – sequence bioinformatics</a:t>
            </a:r>
          </a:p>
          <a:p>
            <a:r>
              <a:rPr lang="en-US" dirty="0"/>
              <a:t>Session 1 – Intro to Problem and learning basics</a:t>
            </a:r>
          </a:p>
          <a:p>
            <a:r>
              <a:rPr lang="en-US" dirty="0"/>
              <a:t>Session 2 – Going further into algorithms</a:t>
            </a:r>
          </a:p>
          <a:p>
            <a:r>
              <a:rPr lang="en-US" dirty="0"/>
              <a:t> Getting accustomed with basic algorithms such as:</a:t>
            </a:r>
          </a:p>
          <a:p>
            <a:pPr lvl="1"/>
            <a:r>
              <a:rPr lang="en-US" dirty="0"/>
              <a:t>Pattern matching</a:t>
            </a:r>
          </a:p>
          <a:p>
            <a:pPr lvl="1"/>
            <a:r>
              <a:rPr lang="en-US" dirty="0"/>
              <a:t>Clump finding for genome-scale computations</a:t>
            </a:r>
          </a:p>
          <a:p>
            <a:pPr lvl="1"/>
            <a:r>
              <a:rPr lang="en-US" dirty="0"/>
              <a:t>Approximate pattern matching, skew diagrams</a:t>
            </a:r>
          </a:p>
          <a:p>
            <a:pPr lvl="1"/>
            <a:r>
              <a:rPr lang="en-US" dirty="0"/>
              <a:t>Local and global alignment 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882B6C7-7E90-3DDD-8A41-08636FC2A6CE}"/>
              </a:ext>
            </a:extLst>
          </p:cNvPr>
          <p:cNvSpPr/>
          <p:nvPr/>
        </p:nvSpPr>
        <p:spPr>
          <a:xfrm>
            <a:off x="7908966" y="4710545"/>
            <a:ext cx="142504" cy="692726"/>
          </a:xfrm>
          <a:prstGeom prst="rightBrace">
            <a:avLst>
              <a:gd name="adj1" fmla="val 8333"/>
              <a:gd name="adj2" fmla="val 489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A47DA-FED2-803D-9ED1-C568120DE2AE}"/>
              </a:ext>
            </a:extLst>
          </p:cNvPr>
          <p:cNvSpPr txBox="1"/>
          <p:nvPr/>
        </p:nvSpPr>
        <p:spPr>
          <a:xfrm>
            <a:off x="8051470" y="4826075"/>
            <a:ext cx="1460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Session 2</a:t>
            </a:r>
          </a:p>
        </p:txBody>
      </p:sp>
      <p:pic>
        <p:nvPicPr>
          <p:cNvPr id="6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6D3D349C-B85A-699A-C9B6-36CDAAC3D1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B7B83DB4-D74B-6D67-B01E-851A18D7A8E0}"/>
              </a:ext>
            </a:extLst>
          </p:cNvPr>
          <p:cNvSpPr/>
          <p:nvPr/>
        </p:nvSpPr>
        <p:spPr>
          <a:xfrm>
            <a:off x="7899070" y="3882882"/>
            <a:ext cx="142504" cy="692726"/>
          </a:xfrm>
          <a:prstGeom prst="rightBrace">
            <a:avLst>
              <a:gd name="adj1" fmla="val 8333"/>
              <a:gd name="adj2" fmla="val 489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5695-800F-2775-0303-6C46F40241DA}"/>
              </a:ext>
            </a:extLst>
          </p:cNvPr>
          <p:cNvSpPr txBox="1"/>
          <p:nvPr/>
        </p:nvSpPr>
        <p:spPr>
          <a:xfrm>
            <a:off x="8041574" y="4033704"/>
            <a:ext cx="1460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Session 1</a:t>
            </a:r>
          </a:p>
        </p:txBody>
      </p:sp>
    </p:spTree>
    <p:extLst>
      <p:ext uri="{BB962C8B-B14F-4D97-AF65-F5344CB8AC3E}">
        <p14:creationId xmlns:p14="http://schemas.microsoft.com/office/powerpoint/2010/main" val="335079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4041-00B0-0550-27E4-00BE91D85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Beginner track:</a:t>
            </a:r>
          </a:p>
          <a:p>
            <a:pPr lvl="1"/>
            <a:r>
              <a:rPr lang="en-US"/>
              <a:t>If you feel like you’re not that comfortable with Python, no worries at all! We’ll implement our first function together, step-by-step</a:t>
            </a:r>
          </a:p>
          <a:p>
            <a:pPr lvl="1"/>
            <a:r>
              <a:rPr lang="en-US"/>
              <a:t>You can switch to Experienced track at any point, it’s all in the same notebook</a:t>
            </a:r>
          </a:p>
          <a:p>
            <a:r>
              <a:rPr lang="en-US"/>
              <a:t>Experienced track:</a:t>
            </a:r>
          </a:p>
          <a:p>
            <a:pPr lvl="1"/>
            <a:r>
              <a:rPr lang="en-US"/>
              <a:t>Solve an exercise – get a letter (or two) from a scrambled 10-letter word on the topic</a:t>
            </a:r>
          </a:p>
          <a:p>
            <a:pPr lvl="1"/>
            <a:r>
              <a:rPr lang="en-US"/>
              <a:t>Submit the word using the form at the end if you want to get a certificate later</a:t>
            </a:r>
          </a:p>
          <a:p>
            <a:pPr lvl="1"/>
            <a:r>
              <a:rPr lang="en-US"/>
              <a:t>Don’t worry if you can’t solve everything – you can submit individual letters as well!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80E2BD-B10C-D279-2AE1-5EC377C6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sz="5400"/>
              <a:t>Let's find oriC together!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3850808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3D824-A6A0-8058-93D4-E1C5AD91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Imperial Compbio Ceritificate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ertificate of participation for a college&#10;&#10;Description automatically generated">
            <a:extLst>
              <a:ext uri="{FF2B5EF4-FFF2-40B4-BE49-F238E27FC236}">
                <a16:creationId xmlns:a16="http://schemas.microsoft.com/office/drawing/2014/main" id="{B7CAE670-F212-B176-9FB8-33A6288A3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338" y="640080"/>
            <a:ext cx="5536531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3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D69F3-020B-B348-F446-9EEB6BC3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 dirty="0"/>
              <a:t>Let's find </a:t>
            </a:r>
            <a:r>
              <a:rPr lang="en-GB" sz="5400" dirty="0" err="1"/>
              <a:t>oriC</a:t>
            </a:r>
            <a:r>
              <a:rPr lang="en-GB" sz="5400" dirty="0"/>
              <a:t> together!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9A137-1413-136E-4B52-D9A752A9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 dirty="0"/>
              <a:t>If you completed the signup form, you should have been added to the Teams channel already.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200" dirty="0"/>
              <a:t>In the files/announcements, you can find a link to </a:t>
            </a:r>
            <a:r>
              <a:rPr lang="en-GB" sz="2200" dirty="0" err="1"/>
              <a:t>Github</a:t>
            </a:r>
            <a:r>
              <a:rPr lang="en-GB" sz="2200" dirty="0"/>
              <a:t> with all the materials. Go to that link      -&gt;Algorithms In Bioinformatics Channel -&gt; Algorithms_in_Bioinformatics_Session_1.ipynb  -&gt; press Open in </a:t>
            </a:r>
            <a:r>
              <a:rPr lang="en-GB" sz="2200" dirty="0" err="1"/>
              <a:t>Colab</a:t>
            </a:r>
            <a:r>
              <a:rPr lang="en-GB" sz="2200" dirty="0"/>
              <a:t> button on top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200" dirty="0"/>
              <a:t>When you’re done, you can save the notebook to Google Drive or download it for future use</a:t>
            </a:r>
          </a:p>
          <a:p>
            <a:r>
              <a:rPr lang="en-GB" sz="2200" dirty="0"/>
              <a:t>If you haven't completed the signup form, submit your </a:t>
            </a:r>
            <a:r>
              <a:rPr lang="en-GB" sz="2200" dirty="0" err="1"/>
              <a:t>shortcode</a:t>
            </a:r>
            <a:r>
              <a:rPr lang="en-GB" sz="2200" dirty="0"/>
              <a:t> using the form on the QR code.</a:t>
            </a:r>
          </a:p>
          <a:p>
            <a:endParaRPr lang="en-GB" sz="2200" dirty="0"/>
          </a:p>
          <a:p>
            <a:pPr marL="457200" lvl="1" indent="0">
              <a:buNone/>
            </a:pPr>
            <a:endParaRPr lang="en-GB" sz="2200" dirty="0"/>
          </a:p>
          <a:p>
            <a:pPr marL="457200" lvl="1" indent="0">
              <a:buNone/>
            </a:pPr>
            <a:endParaRPr lang="en-GB" sz="2200" dirty="0"/>
          </a:p>
        </p:txBody>
      </p:sp>
      <p:pic>
        <p:nvPicPr>
          <p:cNvPr id="5" name="Picture 4" descr="A qr code on a blue background&#10;&#10;Description automatically generated">
            <a:extLst>
              <a:ext uri="{FF2B5EF4-FFF2-40B4-BE49-F238E27FC236}">
                <a16:creationId xmlns:a16="http://schemas.microsoft.com/office/drawing/2014/main" id="{C059D9B2-EBF4-3E3A-F964-DF2D1BE80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" r="1725" b="-3"/>
          <a:stretch>
            <a:fillRect/>
          </a:stretch>
        </p:blipFill>
        <p:spPr>
          <a:xfrm>
            <a:off x="7509403" y="2048808"/>
            <a:ext cx="4239251" cy="4406460"/>
          </a:xfrm>
          <a:prstGeom prst="rect">
            <a:avLst/>
          </a:prstGeom>
        </p:spPr>
      </p:pic>
      <p:pic>
        <p:nvPicPr>
          <p:cNvPr id="6" name="Content Placeholder 3" descr="A blue circle with white numbers and a dna strand&#10;&#10;AI-generated content may be incorrect.">
            <a:extLst>
              <a:ext uri="{FF2B5EF4-FFF2-40B4-BE49-F238E27FC236}">
                <a16:creationId xmlns:a16="http://schemas.microsoft.com/office/drawing/2014/main" id="{480AA3FF-332F-AB1A-5BFC-EFBCC9D2ED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2426" y="-3303"/>
            <a:ext cx="1061622" cy="104682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398267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ytax4i3xgs7vqafc4ohvm8qsd1dv2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webextension1.xml><?xml version="1.0" encoding="utf-8"?>
<we:webextension xmlns:we="http://schemas.microsoft.com/office/webextensions/webextension/2010/11" id="{19A162C3-739D-7A49-BF51-BFD29DB01DB2}">
  <we:reference id="wa104379261" version="4.3.0.0" store="en-US" storeType="OMEX"/>
  <we:alternateReferences>
    <we:reference id="WA104379261" version="4.3.0.0" store="" storeType="OMEX"/>
  </we:alternateReferences>
  <we:properties>
    <we:property name="MENTIMETER_QUESTION_ID_KEY" value="&quot;1mgvd42mnhdz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1579</TotalTime>
  <Words>454</Words>
  <Application>Microsoft Macintosh PowerPoint</Application>
  <PresentationFormat>Widescreen</PresentationFormat>
  <Paragraphs>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office theme</vt:lpstr>
      <vt:lpstr>Algorithms in Bioinformatics using Python</vt:lpstr>
      <vt:lpstr>What is bioinformatics? </vt:lpstr>
      <vt:lpstr>Let’s meet</vt:lpstr>
      <vt:lpstr>DNA Replication in Bacteria</vt:lpstr>
      <vt:lpstr>How does it look?</vt:lpstr>
      <vt:lpstr>How Many Forks? How many oriC?</vt:lpstr>
      <vt:lpstr> Where is oriC?</vt:lpstr>
      <vt:lpstr>Is that even possible?</vt:lpstr>
      <vt:lpstr>What the workshop is about</vt:lpstr>
      <vt:lpstr>Let's find oriC together!</vt:lpstr>
      <vt:lpstr>Imperial Compbio Ceritificate</vt:lpstr>
      <vt:lpstr>Let's find oriC together!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Golovshchinskii, Alexander</cp:lastModifiedBy>
  <cp:revision>28</cp:revision>
  <dcterms:created xsi:type="dcterms:W3CDTF">2025-09-22T07:03:58Z</dcterms:created>
  <dcterms:modified xsi:type="dcterms:W3CDTF">2025-10-16T15:40:39Z</dcterms:modified>
</cp:coreProperties>
</file>